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64"/>
  </p:normalViewPr>
  <p:slideViewPr>
    <p:cSldViewPr snapToGrid="0" snapToObjects="1">
      <p:cViewPr varScale="1">
        <p:scale>
          <a:sx n="122" d="100"/>
          <a:sy n="122" d="100"/>
        </p:scale>
        <p:origin x="224" y="10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D3819B-C9E0-619E-73AC-99EF527B2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856FE1-91AC-A393-5C5E-78CA865A8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32EA91-F3D8-BC8F-E6DC-C28876F44A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141CDAE-305D-E547-9988-2C8E1DE7E627}" type="datetimeFigureOut">
              <a:rPr kumimoji="1" lang="ko-KR" altLang="en-US" smtClean="0"/>
              <a:t>2026. 4. 7.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459A66-5CA1-6D21-259F-75AF0580D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6AF9E2-A49C-3FC6-9FA7-386FE48F9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9CA27C5-440B-7642-84B3-CA3ED0CDEBD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35306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7A603-1981-EA1A-CD64-55B6ECD0C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69" y="105132"/>
            <a:ext cx="9769365" cy="663604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2AEBF0-86C9-76A8-9A0E-6D624A5E9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8193"/>
            <a:ext cx="10515600" cy="3861072"/>
          </a:xfrm>
        </p:spPr>
        <p:txBody>
          <a:bodyPr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62EA4B-0300-AB33-9E17-77F15DB27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76A16C-3254-EFB6-0F38-F4C5BC00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5704" y="6356350"/>
            <a:ext cx="2743200" cy="365125"/>
          </a:xfrm>
        </p:spPr>
        <p:txBody>
          <a:bodyPr/>
          <a:lstStyle/>
          <a:p>
            <a:fld id="{69CA27C5-440B-7642-84B3-CA3ED0CDEBD9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D67BF148-DB11-C7A9-883C-70A239AA36EC}"/>
              </a:ext>
            </a:extLst>
          </p:cNvPr>
          <p:cNvSpPr/>
          <p:nvPr userDrawn="1"/>
        </p:nvSpPr>
        <p:spPr>
          <a:xfrm>
            <a:off x="0" y="840828"/>
            <a:ext cx="12192000" cy="4572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4AF42477-10D9-A780-A968-2BDAAACA6CC5}"/>
              </a:ext>
            </a:extLst>
          </p:cNvPr>
          <p:cNvSpPr txBox="1">
            <a:spLocks/>
          </p:cNvSpPr>
          <p:nvPr userDrawn="1"/>
        </p:nvSpPr>
        <p:spPr>
          <a:xfrm>
            <a:off x="990600" y="1144051"/>
            <a:ext cx="10515600" cy="905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64741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1A004A9-F8A2-8FFB-719E-F9CC0BFE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07B2F9-4795-919D-4467-900F7C65B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4E9756-3D2A-E7F6-B3D7-0E87A20A34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41CDAE-305D-E547-9988-2C8E1DE7E627}" type="datetimeFigureOut">
              <a:rPr kumimoji="1" lang="ko-KR" altLang="en-US" smtClean="0"/>
              <a:t>2026. 4. 7.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32BE42-2B60-1667-644B-97F4190E3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B82D25-0248-2282-1FAB-92F4A5B20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CA27C5-440B-7642-84B3-CA3ED0CDEBD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0373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3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836521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0</Words>
  <Application>Microsoft Macintosh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디자인 사용자 지정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김대환 dorothy90</cp:lastModifiedBy>
  <cp:revision>3</cp:revision>
  <dcterms:created xsi:type="dcterms:W3CDTF">2013-01-27T09:14:16Z</dcterms:created>
  <dcterms:modified xsi:type="dcterms:W3CDTF">2026-04-07T14:44:05Z</dcterms:modified>
  <cp:category/>
</cp:coreProperties>
</file>