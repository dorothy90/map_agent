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sldIdLst>
    <p:sldId id="256" r:id="rId2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64"/>
  </p:normalViewPr>
  <p:slideViewPr>
    <p:cSldViewPr snapToGrid="0" snapToObjects="1">
      <p:cViewPr varScale="1">
        <p:scale>
          <a:sx n="122" d="100"/>
          <a:sy n="122" d="100"/>
        </p:scale>
        <p:origin x="224" y="10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32EA91-F3D8-BC8F-E6DC-C28876F4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141CDAE-305D-E547-9988-2C8E1DE7E627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459A66-5CA1-6D21-259F-75AF0580D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6AF9E2-A49C-3FC6-9FA7-386FE48F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9CA27C5-440B-7642-84B3-CA3ED0CDEB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35306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62EA4B-0300-AB33-9E17-77F15DB2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6A16C-3254-EFB6-0F38-F4C5BC00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5704" y="6356350"/>
            <a:ext cx="2743200" cy="365125"/>
          </a:xfrm>
        </p:spPr>
        <p:txBody>
          <a:bodyPr/>
          <a:lstStyle/>
          <a:p>
            <a:fld id="{69CA27C5-440B-7642-84B3-CA3ED0CDEBD9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D67BF148-DB11-C7A9-883C-70A239AA36EC}"/>
              </a:ext>
            </a:extLst>
          </p:cNvPr>
          <p:cNvSpPr/>
          <p:nvPr userDrawn="1"/>
        </p:nvSpPr>
        <p:spPr>
          <a:xfrm>
            <a:off x="0" y="840828"/>
            <a:ext cx="12192000" cy="457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7647419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4E9756-3D2A-E7F6-B3D7-0E87A20A3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1CDAE-305D-E547-9988-2C8E1DE7E627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32BE42-2B60-1667-644B-97F4190E3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B82D25-0248-2282-1FAB-92F4A5B20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A27C5-440B-7642-84B3-CA3ED0CDEBD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037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3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2476" y="2514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4SS 수율 분석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2476" y="39776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맑은 고딕"/>
              </a:defRPr>
            </a:pPr>
            <a:r>
              <a:t>기준일: 2026년 04월 14일  |  단위: 주간  |  생성: 2026-04-14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4155"/>
                </a:solidFill>
                <a:latin typeface="맑은 고딕"/>
              </a:defRPr>
            </a:pPr>
            <a:r>
              <a:t>Data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맑은 고딕"/>
              </a:defRPr>
            </a:pPr>
            <a:r>
              <a:t>이상 파라미터 없음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44" cy="1106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  <a:gridCol w="332327"/>
              </a:tblGrid>
              <a:tr h="201168">
                <a:tc rowSpan="2"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WEEK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 gridSpan="25"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PT1H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PT1C</a:t>
                      </a:r>
                    </a:p>
                  </a:txBody>
                  <a:tcPr anchor="ctr">
                    <a:solidFill>
                      <a:srgbClr val="6D28D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>
                        <a:defRPr sz="6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GMS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VTH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IDSAT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IDLIN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IOFF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ION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IGATE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IDDQ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VMIN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FMAX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TPD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GM_MAX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SS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DIBL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RON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RDS_ON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BVDS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LEAK_ID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LEAK_IG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CGB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CGS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CGD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CDS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RSH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RD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RS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PT1C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CFTA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CUM0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CUM2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FAB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PRB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 vert="vert270"/>
                    <a:lstStyle/>
                    <a:p>
                      <a:pPr algn="ctr">
                        <a:defRPr sz="5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PNT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2026-W15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0.49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84.14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95.63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90.33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334155"/>
                          </a:solidFill>
                          <a:latin typeface="맑은 고딕"/>
                        </a:defRPr>
                      </a:pPr>
                      <a:r>
                        <a:t>2026-W16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00" b="0">
                          <a:solidFill>
                            <a:srgbClr val="475569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41879"/>
            <a:ext cx="3657600" cy="266608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741879"/>
            <a:ext cx="3657600" cy="266608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737852"/>
            <a:ext cx="3657600" cy="2674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4155"/>
                </a:solidFill>
                <a:latin typeface="맑은 고딕"/>
              </a:defRPr>
            </a:pPr>
            <a:r>
              <a:t>AI 종합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맑은 고딕"/>
              </a:defRPr>
            </a:pPr>
            <a:r>
              <a:t>핵심 발견: 2026-W15와 W16 기간 pt1h+pt1c 파라미터 이상 없음, 공정 안정적 운영 확인</a:t>
            </a:r>
          </a:p>
          <a:p>
            <a:pPr>
              <a:defRPr sz="1400">
                <a:solidFill>
                  <a:srgbClr val="1E293B"/>
                </a:solidFill>
                <a:latin typeface="맑은 고딕"/>
              </a:defRPr>
            </a:pPr>
            <a:r>
              <a:t>원인 추정: 열화 및 개선 항목이 미발생하여 특이 원인 없음, 정상 상태 유지 중</a:t>
            </a:r>
          </a:p>
          <a:p>
            <a:pPr>
              <a:defRPr sz="1400">
                <a:solidFill>
                  <a:srgbClr val="1E293B"/>
                </a:solidFill>
                <a:latin typeface="맑은 고딕"/>
              </a:defRPr>
            </a:pPr>
            <a:r>
              <a:t>권장 조치: 현재 공정 조건을 그대로 유지하고 지속적인 모니터링을 계속 진행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2476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2476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Generated by Yield Agent  |  2026-04-14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디자인 사용자 지정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김대환 dorothy90</cp:lastModifiedBy>
  <cp:revision>3</cp:revision>
  <dcterms:created xsi:type="dcterms:W3CDTF">2013-01-27T09:14:16Z</dcterms:created>
  <dcterms:modified xsi:type="dcterms:W3CDTF">2026-04-07T14:44:05Z</dcterms:modified>
  <cp:category/>
</cp:coreProperties>
</file>